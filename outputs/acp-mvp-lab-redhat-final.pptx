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5143500" cy="9144000"/>
  <p:embeddedFontLst>
    <p:embeddedFont>
      <p:font typeface="Red Hat Display"/>
      <p:regular r:id="rId11"/>
      <p:bold r:id="rId12"/>
    </p:embeddedFont>
    <p:embeddedFont>
      <p:font typeface="Red Hat Mono"/>
      <p:regular r:id="rId13"/>
      <p:bold r:id="rId14"/>
    </p:embeddedFont>
    <p:embeddedFont>
      <p:font typeface="Red Hat Text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1"/>
    <p:restoredTop sz="94610"/>
  </p:normalViewPr>
  <p:slideViewPr>
    <p:cSldViewPr snapToGrid="0" snapToObjects="1">
      <p:cViewPr varScale="1">
        <p:scale>
          <a:sx n="222" d="100"/>
          <a:sy n="222" d="100"/>
        </p:scale>
        <p:origin x="21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89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61872"/>
            <a:ext cx="50292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ACP MVP Lab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59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Summoning your first </a:t>
            </a:r>
            <a:r>
              <a:rPr lang="en-US" sz="1700" dirty="0" err="1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vTeam</a:t>
            </a:r>
            <a:r>
              <a:rPr lang="en-US" sz="17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2245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E3E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Agent Control Plane</a:t>
            </a:r>
            <a:endParaRPr lang="en-US" sz="1000" dirty="0"/>
          </a:p>
        </p:txBody>
      </p:sp>
      <p:pic>
        <p:nvPicPr>
          <p:cNvPr id="6" name="Image 0" descr="/private/tmp/codex-presentations/acp-mvp-lab-redhat-deck/redhat_h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370832"/>
            <a:ext cx="65836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WHY</a:t>
            </a:r>
            <a:endParaRPr lang="en-US" sz="1000" dirty="0"/>
          </a:p>
        </p:txBody>
      </p:sp>
      <p:pic>
        <p:nvPicPr>
          <p:cNvPr id="3" name="Image 0" descr="/private/tmp/codex-presentations/acp-mvp-lab-redhat-deck/redhat_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626864"/>
            <a:ext cx="420624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2 / 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585216"/>
            <a:ext cx="502920" cy="3200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E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Agent work needs platform guardrails.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Local agents are useful, but enterprise workflows need shared controls before teams can rely on them.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901952"/>
            <a:ext cx="18470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1847088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1031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Tenancy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706624"/>
            <a:ext cx="152285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Sessions run for a project, with </a:t>
            </a:r>
            <a:r>
              <a:rPr lang="en-US" sz="1120" dirty="0" err="1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kube</a:t>
            </a:r>
            <a:r>
              <a:rPr lang="en-US" sz="11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namespace and </a:t>
            </a:r>
            <a:r>
              <a:rPr lang="en-US" sz="1120" dirty="0" err="1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openshell</a:t>
            </a:r>
            <a:r>
              <a:rPr lang="en-US" sz="11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access boundaries.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2578608" y="1901952"/>
            <a:ext cx="18470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578608" y="1901952"/>
            <a:ext cx="1847088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61488" y="21031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Credentials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61488" y="2706624"/>
            <a:ext cx="14813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Provider secrets stay managed, never seen by humans or copied into prompts or laptops.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4608576" y="1901952"/>
            <a:ext cx="18470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08576" y="1901952"/>
            <a:ext cx="1847088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91456" y="21031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Process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91456" y="2706624"/>
            <a:ext cx="14813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Org defaults, policies, and repeatable prompts become platform state and improve cache hits.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6638544" y="1901952"/>
            <a:ext cx="18470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638544" y="1901952"/>
            <a:ext cx="1847088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21424" y="21031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Runtime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21424" y="2706624"/>
            <a:ext cx="14813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Agent execution happens in sandboxed environments with observable lifecycle.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8046720" cy="786384"/>
          </a:xfrm>
          <a:prstGeom prst="rect">
            <a:avLst/>
          </a:prstGeom>
          <a:solidFill>
            <a:srgbClr val="FCE3E3"/>
          </a:solidFill>
          <a:ln w="12700">
            <a:solidFill>
              <a:srgbClr val="FB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13232" y="4005072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CORE TENSION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3232" y="4297680"/>
            <a:ext cx="7717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Can agents run with tenant boundaries, managed credentials, and repeatable team context.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WHAT</a:t>
            </a:r>
            <a:endParaRPr lang="en-US" sz="1000" dirty="0"/>
          </a:p>
        </p:txBody>
      </p:sp>
      <p:pic>
        <p:nvPicPr>
          <p:cNvPr id="3" name="Image 0" descr="/private/tmp/codex-presentations/acp-mvp-lab-redhat-deck/redhat_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626864"/>
            <a:ext cx="420624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3 / 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585216"/>
            <a:ext cx="502920" cy="3200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E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ACP turns agent intent into managed sessions.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Users keep the familiar CLI/API flow while ACP owns the platform contract behind 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19019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8368" y="21488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DECLARE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23957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Project and agents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8368" y="2670048"/>
            <a:ext cx="1682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GitOps-friendly ACP resources.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459736" y="251917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to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96896" y="2011680"/>
            <a:ext cx="19019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06624" y="21488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BIND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706624" y="23957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Providers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706624" y="2670048"/>
            <a:ext cx="1682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Vertex, GitHub, Jira, and other integrations.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07992" y="251917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to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45152" y="2011680"/>
            <a:ext cx="19019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54880" y="21488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54880" y="23957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Sessions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754880" y="2670048"/>
            <a:ext cx="1682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OpenShell-backed sandbox execution.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56248" y="251917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to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693408" y="2011680"/>
            <a:ext cx="19019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03136" y="21488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OBSERVE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803136" y="23957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Lifecycle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803136" y="2670048"/>
            <a:ext cx="1682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Status, messages, events, and cleanup.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8640" y="3520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3A3A3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1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932688" y="36027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Define once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078992" y="3867911"/>
            <a:ext cx="713232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Standing prompts, payloads, labels, and provider needs live in </a:t>
            </a:r>
            <a:r>
              <a:rPr lang="en-US" sz="1300" b="1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reusable agent harnesses</a:t>
            </a:r>
            <a:r>
              <a:rPr lang="en-US" sz="130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48640" y="3867912"/>
            <a:ext cx="80467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864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3A3A3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2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932688" y="40279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On-demand, event-driven or persistent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78992" y="4299966"/>
            <a:ext cx="713232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harness does not run until a user, schedule, or future event starts a session.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4279392"/>
            <a:ext cx="80467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48640" y="4343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3A3A3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3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932688" y="44349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Keep the platform boundary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69848" y="4681612"/>
            <a:ext cx="713232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Credentials and tenant runtime stay in ACP instead of the user's shell.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WHAT</a:t>
            </a:r>
            <a:endParaRPr lang="en-US" sz="1000" dirty="0"/>
          </a:p>
        </p:txBody>
      </p:sp>
      <p:pic>
        <p:nvPicPr>
          <p:cNvPr id="3" name="Image 0" descr="/private/tmp/codex-presentations/acp-mvp-lab-redhat-deck/redhat_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626864"/>
            <a:ext cx="420624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585216"/>
            <a:ext cx="502920" cy="3200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E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Separate Control and Data/runtime.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1901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8368" y="19202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GIT REPO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21671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Templates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8368" y="24414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Agents, providers, schedules, payloads.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459736" y="22585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to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96896" y="1783080"/>
            <a:ext cx="1901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06624" y="19202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ACP API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706624" y="21671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Source of truth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706624" y="24414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Projects, credentials, sessions.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07992" y="22585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to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45152" y="1783080"/>
            <a:ext cx="1901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54880" y="19202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CONTROL PLANE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54880" y="21671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Reconcile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754880" y="24414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Gateway, providers, sandbox lifecycle.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56248" y="22585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to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693408" y="1783080"/>
            <a:ext cx="1901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03136" y="19202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TENANT NAMESPACE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803136" y="21671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Runtime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803136" y="24414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OpenShell gateway and session pods.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48640" y="3337560"/>
            <a:ext cx="3611880" cy="868680"/>
          </a:xfrm>
          <a:prstGeom prst="rect">
            <a:avLst/>
          </a:prstGeom>
          <a:solidFill>
            <a:srgbClr val="FCE3E3"/>
          </a:solidFill>
          <a:ln w="12700">
            <a:solidFill>
              <a:srgbClr val="FB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13232" y="3502152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TENANT ONBOARDING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13232" y="3794760"/>
            <a:ext cx="3282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9292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Create a namespace, bind secrets and role access, then </a:t>
            </a:r>
            <a:r>
              <a:rPr lang="en-US" sz="1150" dirty="0" err="1">
                <a:solidFill>
                  <a:srgbClr val="29292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kustomize</a:t>
            </a:r>
            <a:r>
              <a:rPr lang="en-US" sz="1150" dirty="0">
                <a:solidFill>
                  <a:srgbClr val="29292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apply the agent catalog or tenant overlay.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617720" y="3337560"/>
            <a:ext cx="3977640" cy="868680"/>
          </a:xfrm>
          <a:prstGeom prst="rect">
            <a:avLst/>
          </a:prstGeom>
          <a:solidFill>
            <a:srgbClr val="292929"/>
          </a:solidFill>
          <a:ln w="12700">
            <a:solidFill>
              <a:srgbClr val="292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782312" y="3502152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RUNTIME CONTRACT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782312" y="3794760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0E0E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ACP manages sessions through the API and reconciler. The runner executes inside sandboxed tenant runtime.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WHAT</a:t>
            </a:r>
            <a:endParaRPr lang="en-US" sz="1000" dirty="0"/>
          </a:p>
        </p:txBody>
      </p:sp>
      <p:pic>
        <p:nvPicPr>
          <p:cNvPr id="3" name="Image 0" descr="/private/tmp/codex-presentations/acp-mvp-lab-redhat-deck/redhat_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626864"/>
            <a:ext cx="420624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585216"/>
            <a:ext cx="502920" cy="3200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E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 vTeam is a swarm for a task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39" y="1417320"/>
            <a:ext cx="82100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ACP is Agent Control Plane. A vTeam is a catalog concept: multiple harnesses to coordinate around a work packet.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3383280" cy="338328"/>
          </a:xfrm>
          <a:prstGeom prst="rect">
            <a:avLst/>
          </a:prstGeom>
          <a:solidFill>
            <a:srgbClr val="FCE3E3"/>
          </a:solidFill>
          <a:ln w="1651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18973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Stella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54480" y="19017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Staff engineer and team lead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640080" y="2240280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23134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Amber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54480" y="23134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Codebase intelligence and review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40080" y="2651760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2741877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Parker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554480" y="2732733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Product management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640080" y="3011625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7240" y="31181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Ryan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554480" y="311287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UX research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640080" y="3474720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77240" y="352958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Steve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554480" y="355701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UX design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640080" y="3886200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70914" y="396392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Terry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554480" y="395955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Technical writing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4434840" y="1828800"/>
            <a:ext cx="1874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434840" y="1828800"/>
            <a:ext cx="1874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617720" y="202996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Same ACP primitives</a:t>
            </a:r>
            <a:endParaRPr lang="en-US" sz="1420" dirty="0"/>
          </a:p>
        </p:txBody>
      </p:sp>
      <p:sp>
        <p:nvSpPr>
          <p:cNvPr id="29" name="Text 26"/>
          <p:cNvSpPr/>
          <p:nvPr/>
        </p:nvSpPr>
        <p:spPr>
          <a:xfrm>
            <a:off x="4617720" y="2633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Project, Agent, Provider, labels, and inbox seeds.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6537960" y="1828800"/>
            <a:ext cx="1874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537960" y="1828800"/>
            <a:ext cx="1874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720840" y="202996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Shared context</a:t>
            </a:r>
            <a:endParaRPr lang="en-US" sz="1420" dirty="0"/>
          </a:p>
        </p:txBody>
      </p:sp>
      <p:sp>
        <p:nvSpPr>
          <p:cNvPr id="33" name="Text 30"/>
          <p:cNvSpPr/>
          <p:nvPr/>
        </p:nvSpPr>
        <p:spPr>
          <a:xfrm>
            <a:off x="6720840" y="2633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Each harness mounts session config.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4434840" y="3273552"/>
            <a:ext cx="1874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434840" y="3273552"/>
            <a:ext cx="1874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617720" y="34747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Explicit gaps</a:t>
            </a:r>
            <a:endParaRPr lang="en-US" sz="1420" dirty="0"/>
          </a:p>
        </p:txBody>
      </p:sp>
      <p:sp>
        <p:nvSpPr>
          <p:cNvPr id="37" name="Text 34"/>
          <p:cNvSpPr/>
          <p:nvPr/>
        </p:nvSpPr>
        <p:spPr>
          <a:xfrm>
            <a:off x="4617720" y="40782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Missing platform concepts stay visible.</a:t>
            </a:r>
            <a:endParaRPr lang="en-US" sz="920" dirty="0"/>
          </a:p>
        </p:txBody>
      </p:sp>
      <p:sp>
        <p:nvSpPr>
          <p:cNvPr id="38" name="Shape 35"/>
          <p:cNvSpPr/>
          <p:nvPr/>
        </p:nvSpPr>
        <p:spPr>
          <a:xfrm>
            <a:off x="6537960" y="3273552"/>
            <a:ext cx="1874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537960" y="3273552"/>
            <a:ext cx="1874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720840" y="34747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Event-ready</a:t>
            </a:r>
            <a:endParaRPr lang="en-US" sz="1420" dirty="0"/>
          </a:p>
        </p:txBody>
      </p:sp>
      <p:sp>
        <p:nvSpPr>
          <p:cNvPr id="41" name="Text 38"/>
          <p:cNvSpPr/>
          <p:nvPr/>
        </p:nvSpPr>
        <p:spPr>
          <a:xfrm>
            <a:off x="6720840" y="40782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2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Schedules can start harness sessions.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HOW</a:t>
            </a:r>
            <a:endParaRPr lang="en-US" sz="1000" dirty="0"/>
          </a:p>
        </p:txBody>
      </p:sp>
      <p:pic>
        <p:nvPicPr>
          <p:cNvPr id="3" name="Image 0" descr="/private/tmp/codex-presentations/acp-mvp-lab-redhat-deck/redhat_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626864"/>
            <a:ext cx="420624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585216"/>
            <a:ext cx="502920" cy="3200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E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The lab starts from a local kind environment.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hands-on path keeps the user surface acpctl-first and keeps cluster plumbing in helper targets.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3A3A3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463040" y="1783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Bring ACP up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304288"/>
            <a:ext cx="80467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2368296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3A3A3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463040" y="247802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Login with </a:t>
            </a:r>
            <a:r>
              <a:rPr lang="en-US" sz="1800" b="1" dirty="0" err="1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acpctl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2999232"/>
            <a:ext cx="80467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30632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3A3A3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1463040" y="3175383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Apply the catalog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3694176"/>
            <a:ext cx="80467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375818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E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1463040" y="38587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E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Inspect and run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HOW</a:t>
            </a:r>
            <a:endParaRPr lang="en-US" sz="1000" dirty="0"/>
          </a:p>
        </p:txBody>
      </p:sp>
      <p:pic>
        <p:nvPicPr>
          <p:cNvPr id="3" name="Image 0" descr="/private/tmp/codex-presentations/acp-mvp-lab-redhat-deck/redhat_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626864"/>
            <a:ext cx="420624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585216"/>
            <a:ext cx="502920" cy="3200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E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The catalog is plain, reviewable platform config.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1920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192024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1938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PROJECT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24942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vteam-product-swarm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731520" y="28529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Prompt, labels, annotations, and gaps.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2651760" y="1737360"/>
            <a:ext cx="1920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51760" y="1737360"/>
            <a:ext cx="192024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834640" y="1938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AGENTS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834640" y="224942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Six harnesses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2834640" y="28529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Stella leads five specialists.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4754880" y="1737360"/>
            <a:ext cx="1920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54880" y="1737360"/>
            <a:ext cx="192024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37760" y="1938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PROVIDERS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37760" y="224942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Vertex, GitHub, Jira</a:t>
            </a:r>
            <a:endParaRPr lang="en-US" sz="1420" dirty="0"/>
          </a:p>
        </p:txBody>
      </p:sp>
      <p:sp>
        <p:nvSpPr>
          <p:cNvPr id="22" name="Text 19"/>
          <p:cNvSpPr/>
          <p:nvPr/>
        </p:nvSpPr>
        <p:spPr>
          <a:xfrm>
            <a:off x="4937760" y="28529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Provider needs declared; secrets stay scoped.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6858000" y="1737360"/>
            <a:ext cx="17373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858000" y="1737360"/>
            <a:ext cx="173736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04088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PAYLOAD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040880" y="224942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Session config</a:t>
            </a:r>
            <a:endParaRPr lang="en-US" sz="1420" dirty="0"/>
          </a:p>
        </p:txBody>
      </p:sp>
      <p:sp>
        <p:nvSpPr>
          <p:cNvPr id="27" name="Text 24"/>
          <p:cNvSpPr/>
          <p:nvPr/>
        </p:nvSpPr>
        <p:spPr>
          <a:xfrm>
            <a:off x="7040880" y="2852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/sandbox/session-config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680049" y="3399640"/>
            <a:ext cx="4547559" cy="1103779"/>
          </a:xfrm>
          <a:prstGeom prst="rect">
            <a:avLst/>
          </a:prstGeom>
          <a:solidFill>
            <a:srgbClr val="F6F8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96112" y="3602736"/>
            <a:ext cx="73517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92929"/>
                </a:solidFill>
                <a:latin typeface="Courier New" panose="02070309020205020404" pitchFamily="49" charset="0"/>
                <a:ea typeface="Red Hat Mono" pitchFamily="34" charset="-122"/>
                <a:cs typeface="Courier New" panose="02070309020205020404" pitchFamily="49" charset="0"/>
              </a:rPr>
              <a:t>acpctl apply -k examples/vteam-catalog/product-swarm \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92929"/>
                </a:solidFill>
                <a:latin typeface="Courier New" panose="02070309020205020404" pitchFamily="49" charset="0"/>
                <a:ea typeface="Red Hat Mono" pitchFamily="34" charset="-122"/>
                <a:cs typeface="Courier New" panose="02070309020205020404" pitchFamily="49" charset="0"/>
              </a:rPr>
              <a:t>  --project vteam-product-swarm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92929"/>
                </a:solidFill>
                <a:latin typeface="Courier New" panose="02070309020205020404" pitchFamily="49" charset="0"/>
                <a:ea typeface="Red Hat Mono" pitchFamily="34" charset="-122"/>
                <a:cs typeface="Courier New" panose="02070309020205020404" pitchFamily="49" charset="0"/>
              </a:rPr>
              <a:t>acpctl agent list --project-id vteam-product-swarm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92929"/>
                </a:solidFill>
                <a:latin typeface="Courier New" panose="02070309020205020404" pitchFamily="49" charset="0"/>
                <a:ea typeface="Red Hat Mono" pitchFamily="34" charset="-122"/>
                <a:cs typeface="Courier New" panose="02070309020205020404" pitchFamily="49" charset="0"/>
              </a:rPr>
              <a:t>acpctl agent start stella --project-id vteam-product-swarm \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92929"/>
                </a:solidFill>
                <a:latin typeface="Courier New" panose="02070309020205020404" pitchFamily="49" charset="0"/>
                <a:ea typeface="Red Hat Mono" pitchFamily="34" charset="-122"/>
                <a:cs typeface="Courier New" panose="02070309020205020404" pitchFamily="49" charset="0"/>
              </a:rPr>
              <a:t>  --prompt "Add dark mode to the calculator"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HOW</a:t>
            </a:r>
            <a:endParaRPr lang="en-US" sz="1000" dirty="0"/>
          </a:p>
        </p:txBody>
      </p:sp>
      <p:pic>
        <p:nvPicPr>
          <p:cNvPr id="3" name="Image 0" descr="/private/tmp/codex-presentations/acp-mvp-lab-redhat-deck/redhat_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626864"/>
            <a:ext cx="420624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585216"/>
            <a:ext cx="502920" cy="3200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E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 work packet gives each harness a job.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example work packet shows how a task can be split.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19019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8368" y="196596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PACKET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22128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Team Creation wizard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8368" y="2487168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Tenant onboarding target and acceptance criteria.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459736" y="24277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to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96896" y="1828800"/>
            <a:ext cx="19019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06624" y="196596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LEAD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706624" y="22128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Stella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706624" y="2487168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Maps work to ACP primitives and gaps.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07992" y="24277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to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45152" y="1828800"/>
            <a:ext cx="19019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54880" y="196596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SPECIALISTS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54880" y="22128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Parker, Ryan, Steve, Amber, Terry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754880" y="2487168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Product, research, design, code, and docs review.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56248" y="24277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A3A3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to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693408" y="1828800"/>
            <a:ext cx="19019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03136" y="196596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E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OUTPUT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803136" y="22128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92929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Traceable plan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803136" y="2487168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Resources, owners, gaps, and verification gates.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ed Hat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ed Hat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666</Words>
  <Application>Microsoft Macintosh PowerPoint</Application>
  <PresentationFormat>On-screen Show (16:9)</PresentationFormat>
  <Paragraphs>151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Courier New</vt:lpstr>
      <vt:lpstr>Red Hat Text</vt:lpstr>
      <vt:lpstr>Arial</vt:lpstr>
      <vt:lpstr>Red Hat Display</vt:lpstr>
      <vt:lpstr>Red Hat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Red Hat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ACP MVP Lab</dc:title>
  <dc:subject>ACP MVP lab</dc:subject>
  <dc:creator>Red Hat</dc:creator>
  <cp:lastModifiedBy>Jeremy Eder</cp:lastModifiedBy>
  <cp:revision>2</cp:revision>
  <dcterms:created xsi:type="dcterms:W3CDTF">2026-07-07T17:24:54Z</dcterms:created>
  <dcterms:modified xsi:type="dcterms:W3CDTF">2026-07-07T17:39:06Z</dcterms:modified>
</cp:coreProperties>
</file>